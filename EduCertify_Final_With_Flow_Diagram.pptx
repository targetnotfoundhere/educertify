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3-11 at 10.40.3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731520"/>
            <a:ext cx="3420932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EduCertify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Secure Certificate Verification System</a:t>
            </a:r>
          </a:p>
          <a:p>
            <a:r>
              <a:rPr sz="2200">
                <a:solidFill>
                  <a:srgbClr val="FFFFFF"/>
                </a:solidFill>
              </a:rPr>
              <a:t>Lakshya Purohit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Problem Statement</a:t>
            </a:r>
          </a:p>
          <a:p>
            <a:r>
              <a:rPr sz="2200">
                <a:solidFill>
                  <a:srgbClr val="FFFFFF"/>
                </a:solidFill>
              </a:rPr>
              <a:t>Proposed Solution</a:t>
            </a:r>
          </a:p>
          <a:p>
            <a:r>
              <a:rPr sz="2200">
                <a:solidFill>
                  <a:srgbClr val="FFFFFF"/>
                </a:solidFill>
              </a:rPr>
              <a:t>Website Interface</a:t>
            </a:r>
          </a:p>
          <a:p>
            <a:r>
              <a:rPr sz="2200">
                <a:solidFill>
                  <a:srgbClr val="FFFFFF"/>
                </a:solidFill>
              </a:rPr>
              <a:t>System Flow Diagram</a:t>
            </a:r>
          </a:p>
          <a:p>
            <a:r>
              <a:rPr sz="2200">
                <a:solidFill>
                  <a:srgbClr val="FFFFFF"/>
                </a:solidFill>
              </a:rPr>
              <a:t>Working / Code</a:t>
            </a:r>
          </a:p>
          <a:p>
            <a:r>
              <a:rPr sz="2200">
                <a:solidFill>
                  <a:srgbClr val="FFFF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Fake academic certificates are increasing.</a:t>
            </a:r>
          </a:p>
          <a:p>
            <a:r>
              <a:rPr sz="2200">
                <a:solidFill>
                  <a:srgbClr val="FFFFFF"/>
                </a:solidFill>
              </a:rPr>
              <a:t>Manual verification takes time.</a:t>
            </a:r>
          </a:p>
          <a:p>
            <a:r>
              <a:rPr sz="2200">
                <a:solidFill>
                  <a:srgbClr val="FFFFFF"/>
                </a:solidFill>
              </a:rPr>
              <a:t>Need a digital verification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EduCertify verifies certificates using a unique ID.</a:t>
            </a:r>
          </a:p>
          <a:p>
            <a:r>
              <a:rPr sz="2200">
                <a:solidFill>
                  <a:srgbClr val="FFFFFF"/>
                </a:solidFill>
              </a:rPr>
              <a:t>Displays verified student details instantly.</a:t>
            </a:r>
          </a:p>
          <a:p>
            <a:r>
              <a:rPr sz="2200">
                <a:solidFill>
                  <a:srgbClr val="FFFFFF"/>
                </a:solidFill>
              </a:rPr>
              <a:t>QR verification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Website Interface</a:t>
            </a:r>
          </a:p>
        </p:txBody>
      </p:sp>
      <p:pic>
        <p:nvPicPr>
          <p:cNvPr id="3" name="Picture 2" descr="Screenshot 2026-03-11 at 10.15.2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7574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System Flow Diagram</a:t>
            </a:r>
          </a:p>
        </p:txBody>
      </p:sp>
      <p:pic>
        <p:nvPicPr>
          <p:cNvPr id="3" name="Picture 2" descr="system_flow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5836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/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User enters Certificate ID.</a:t>
            </a:r>
          </a:p>
          <a:p>
            <a:r>
              <a:rPr sz="2200">
                <a:solidFill>
                  <a:srgbClr val="FFFFFF"/>
                </a:solidFill>
              </a:rPr>
              <a:t>JavaScript checks certificate database.</a:t>
            </a:r>
          </a:p>
          <a:p>
            <a:r>
              <a:rPr sz="2200">
                <a:solidFill>
                  <a:srgbClr val="FFFFFF"/>
                </a:solidFill>
              </a:rPr>
              <a:t>Verified certificate is displayed.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EduCertify provides quick certificate verification.</a:t>
            </a:r>
          </a:p>
          <a:p>
            <a:r>
              <a:rPr sz="2200">
                <a:solidFill>
                  <a:srgbClr val="FFFFFF"/>
                </a:solidFill>
              </a:rPr>
              <a:t>Helps prevent certificate fraud.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1B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3-11 at 10.40.3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97280"/>
            <a:ext cx="3420932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