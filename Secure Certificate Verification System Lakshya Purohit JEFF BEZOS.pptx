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75120" y="1097280"/>
            <a:ext cx="5131391" cy="1645920"/>
            <a:chOff x="0" y="0"/>
            <a:chExt cx="4865319" cy="1560576"/>
          </a:xfrm>
        </p:grpSpPr>
        <p:sp>
          <p:nvSpPr>
            <p:cNvPr name="Freeform 3" id="3" descr="Screenshot 2026-03-11 at 10.40.39 PM.png"/>
            <p:cNvSpPr/>
            <p:nvPr/>
          </p:nvSpPr>
          <p:spPr>
            <a:xfrm flipH="false" flipV="false" rot="0">
              <a:off x="0" y="0"/>
              <a:ext cx="4865370" cy="1560576"/>
            </a:xfrm>
            <a:custGeom>
              <a:avLst/>
              <a:gdLst/>
              <a:ahLst/>
              <a:cxnLst/>
              <a:rect r="r" b="b" t="t" l="l"/>
              <a:pathLst>
                <a:path h="1560576" w="4865370">
                  <a:moveTo>
                    <a:pt x="0" y="0"/>
                  </a:moveTo>
                  <a:lnTo>
                    <a:pt x="4865370" y="0"/>
                  </a:lnTo>
                  <a:lnTo>
                    <a:pt x="4865370" y="1560576"/>
                  </a:lnTo>
                  <a:lnTo>
                    <a:pt x="0" y="156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157788" y="3369469"/>
            <a:ext cx="7972425" cy="1366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EduCertify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32108" y="4798219"/>
            <a:ext cx="7972425" cy="155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Lakshya Purohit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JEFF BEZOS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54396" y="5789414"/>
            <a:ext cx="1412495" cy="56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Cohort:-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11991" y="5293816"/>
            <a:ext cx="1254900" cy="56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Name:-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57788" y="4174034"/>
            <a:ext cx="6336764" cy="56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Sec</a:t>
            </a:r>
            <a:r>
              <a:rPr lang="en-US" sz="3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ure Certificate Verification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b="true" sz="6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Solution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Website Interface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Flow Diagram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Working / Code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5195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b="true" sz="6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Fake academic certificates are increasing.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verification takes time.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Need a digital verification system.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b="true" sz="6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EduCertify verifies certificates using a unique ID.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Displays verified student details instantly.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QR verification support.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0388" y="626269"/>
            <a:ext cx="10715625" cy="109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Website Interface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343400" y="2057400"/>
            <a:ext cx="11361121" cy="5486400"/>
            <a:chOff x="0" y="0"/>
            <a:chExt cx="10772026" cy="5201920"/>
          </a:xfrm>
        </p:grpSpPr>
        <p:sp>
          <p:nvSpPr>
            <p:cNvPr name="Freeform 4" id="4" descr="Screenshot 2026-03-11 at 10.15.28 PM.png"/>
            <p:cNvSpPr/>
            <p:nvPr/>
          </p:nvSpPr>
          <p:spPr>
            <a:xfrm flipH="false" flipV="false" rot="0">
              <a:off x="0" y="0"/>
              <a:ext cx="10772013" cy="5201920"/>
            </a:xfrm>
            <a:custGeom>
              <a:avLst/>
              <a:gdLst/>
              <a:ahLst/>
              <a:cxnLst/>
              <a:rect r="r" b="b" t="t" l="l"/>
              <a:pathLst>
                <a:path h="5201920" w="10772013">
                  <a:moveTo>
                    <a:pt x="0" y="0"/>
                  </a:moveTo>
                  <a:lnTo>
                    <a:pt x="10772013" y="0"/>
                  </a:lnTo>
                  <a:lnTo>
                    <a:pt x="10772013" y="5201920"/>
                  </a:lnTo>
                  <a:lnTo>
                    <a:pt x="0" y="52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0388" y="626269"/>
            <a:ext cx="10715625" cy="109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Flow Diagram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57600" y="2468880"/>
            <a:ext cx="9875520" cy="4114800"/>
            <a:chOff x="0" y="0"/>
            <a:chExt cx="9363456" cy="3901440"/>
          </a:xfrm>
        </p:grpSpPr>
        <p:sp>
          <p:nvSpPr>
            <p:cNvPr name="Freeform 4" id="4" descr="system_flow_simple.png"/>
            <p:cNvSpPr/>
            <p:nvPr/>
          </p:nvSpPr>
          <p:spPr>
            <a:xfrm flipH="false" flipV="false" rot="0">
              <a:off x="0" y="0"/>
              <a:ext cx="9363456" cy="3901440"/>
            </a:xfrm>
            <a:custGeom>
              <a:avLst/>
              <a:gdLst/>
              <a:ahLst/>
              <a:cxnLst/>
              <a:rect r="r" b="b" t="t" l="l"/>
              <a:pathLst>
                <a:path h="3901440" w="9363456">
                  <a:moveTo>
                    <a:pt x="0" y="0"/>
                  </a:moveTo>
                  <a:lnTo>
                    <a:pt x="9363456" y="0"/>
                  </a:lnTo>
                  <a:lnTo>
                    <a:pt x="9363456" y="3901440"/>
                  </a:lnTo>
                  <a:lnTo>
                    <a:pt x="0" y="390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b="true" sz="6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/ Code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User enters Certificate ID.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 checks certificate database.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Verified certificate is displayed.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b="true" sz="6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EduCertify provides quick certificate verification.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Helps prevent certificate fraud.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0" y="1645920"/>
            <a:ext cx="5131391" cy="1645920"/>
            <a:chOff x="0" y="0"/>
            <a:chExt cx="4865319" cy="1560576"/>
          </a:xfrm>
        </p:grpSpPr>
        <p:sp>
          <p:nvSpPr>
            <p:cNvPr name="Freeform 3" id="3" descr="Screenshot 2026-03-11 at 10.40.39 PM.png"/>
            <p:cNvSpPr/>
            <p:nvPr/>
          </p:nvSpPr>
          <p:spPr>
            <a:xfrm flipH="false" flipV="false" rot="0">
              <a:off x="0" y="0"/>
              <a:ext cx="4865370" cy="1560576"/>
            </a:xfrm>
            <a:custGeom>
              <a:avLst/>
              <a:gdLst/>
              <a:ahLst/>
              <a:cxnLst/>
              <a:rect r="r" b="b" t="t" l="l"/>
              <a:pathLst>
                <a:path h="1560576" w="4865370">
                  <a:moveTo>
                    <a:pt x="0" y="0"/>
                  </a:moveTo>
                  <a:lnTo>
                    <a:pt x="4865370" y="0"/>
                  </a:lnTo>
                  <a:lnTo>
                    <a:pt x="4865370" y="1560576"/>
                  </a:lnTo>
                  <a:lnTo>
                    <a:pt x="0" y="156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29388" y="4055269"/>
            <a:ext cx="5229225" cy="1366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DAHDqR14WB0</dc:identifier>
  <dcterms:modified xsi:type="dcterms:W3CDTF">2011-08-01T06:04:30Z</dcterms:modified>
  <cp:revision>1</cp:revision>
  <dc:title>Secure Certificate Verification System Lakshya Purohit JEFF BEZOS</dc:title>
</cp:coreProperties>
</file>